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0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imothyf/ninelens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timothyf/ninelen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D47"/>
          </a:solidFill>
          <a:ln w="12700">
            <a:solidFill>
              <a:srgbClr val="102D47"/>
            </a:solidFill>
            <a:prstDash val="solid"/>
          </a:ln>
        </p:spPr>
      </p:sp>
      <p:pic>
        <p:nvPicPr>
          <p:cNvPr id="3" name="Image 0" descr="/private/tmp/ninelens-deck-assets/home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868488"/>
            <a:ext cx="5806440" cy="29838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172200" cy="6858000"/>
          </a:xfrm>
          <a:prstGeom prst="rect">
            <a:avLst/>
          </a:prstGeom>
          <a:solidFill>
            <a:srgbClr val="102D47">
              <a:alpha val="96000"/>
            </a:srgbClr>
          </a:solidFill>
          <a:ln w="12700">
            <a:solidFill>
              <a:srgbClr val="102D47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9601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OPEN-SOURCE BASEBALL INTELLIGENCE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13898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49808" y="226771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Baseball intelligence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brought into focus.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68096" y="37033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9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connected workspace for player evaluation, team analysis, game intelligence, and better baseball decisions.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68096" y="480060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C85543"/>
          </a:solidFill>
          <a:ln w="12700">
            <a:solidFill>
              <a:srgbClr val="C8554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48097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1.0.0</a:t>
            </a:r>
            <a:endParaRPr lang="en-US" sz="1000" dirty="0"/>
          </a:p>
        </p:txBody>
      </p:sp>
      <p:sp>
        <p:nvSpPr>
          <p:cNvPr id="11" name="Text 8">
            <a:hlinkClick r:id="rId2" tooltip=""/>
          </p:cNvPr>
          <p:cNvSpPr/>
          <p:nvPr/>
        </p:nvSpPr>
        <p:spPr>
          <a:xfrm>
            <a:off x="768096" y="5715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u="sng" dirty="0">
                <a:solidFill>
                  <a:srgbClr val="F2C87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github.com/timothyf/ninelens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Baseball questions rarely live in one place.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starts with a question. The work is connecting the evidence that answers it.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3977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player’s performance, a team’s needs, and the context of a game are connected. Most workflows make you assemble that connection manually.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76656" y="42245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52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 brings the research path into one place: league context, player detail, game evidence, team performance, and staff workflow.</a:t>
            </a:r>
            <a:endParaRPr lang="en-US" sz="1600" dirty="0"/>
          </a:p>
        </p:txBody>
      </p:sp>
      <p:pic>
        <p:nvPicPr>
          <p:cNvPr id="7" name="Image 0" descr="/private/tmp/ninelens-deck-assets/homeLea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8409" y="1737360"/>
            <a:ext cx="5956663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  •  BASEBALL INTELLIGENCE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workspace, four ways to move the work forward.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 connects the information people use to research, evaluate, explain, and act.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2057400" cy="0"/>
          </a:xfrm>
          <a:prstGeom prst="line">
            <a:avLst/>
          </a:prstGeom>
          <a:noFill/>
          <a:ln w="12700">
            <a:solidFill>
              <a:srgbClr val="C855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signal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90779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52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players, teams, schedules, standings, and league leaders.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02152" y="2057400"/>
            <a:ext cx="2057400" cy="0"/>
          </a:xfrm>
          <a:prstGeom prst="line">
            <a:avLst/>
          </a:prstGeom>
          <a:noFill/>
          <a:ln w="12700">
            <a:solidFill>
              <a:srgbClr val="5E9E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context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02152" y="290779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52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performance with benchmarks, roles, splits, and recent form.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18504" y="2057400"/>
            <a:ext cx="2057400" cy="0"/>
          </a:xfrm>
          <a:prstGeom prst="line">
            <a:avLst/>
          </a:prstGeom>
          <a:noFill/>
          <a:ln w="12700">
            <a:solidFill>
              <a:srgbClr val="5E9E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8504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the evidence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18504" y="290779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52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a game summary into box scores, pitches, batted balls, and situations.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34856" y="2057400"/>
            <a:ext cx="2057400" cy="0"/>
          </a:xfrm>
          <a:prstGeom prst="line">
            <a:avLst/>
          </a:prstGeom>
          <a:noFill/>
          <a:ln w="12700">
            <a:solidFill>
              <a:srgbClr val="5E9E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 the decision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34856" y="290779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52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analyses, write notes, build watchlists, and evaluate acquisition fit.</a:t>
            </a:r>
            <a:endParaRPr lang="en-US" sz="1400" dirty="0"/>
          </a:p>
        </p:txBody>
      </p:sp>
      <p:pic>
        <p:nvPicPr>
          <p:cNvPr id="16" name="Image 0" descr="/private/tmp/ninelens-deck-assets/home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9090" y="4617720"/>
            <a:ext cx="2669059" cy="13716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  •  BASEBALL INTELLIGENCE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profiles turn a stat line into a point of view.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unified profile connects biography, career production, benchmarks, trends, history, and notes.</a:t>
            </a:r>
            <a:endParaRPr lang="en-US" sz="1400" dirty="0"/>
          </a:p>
        </p:txBody>
      </p:sp>
      <p:pic>
        <p:nvPicPr>
          <p:cNvPr id="4" name="Image 0" descr="/private/tmp/ninelens-deck-assets/player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44750"/>
            <a:ext cx="4572000" cy="3111500"/>
          </a:xfrm>
          <a:prstGeom prst="rect">
            <a:avLst/>
          </a:prstGeom>
        </p:spPr>
      </p:pic>
      <p:pic>
        <p:nvPicPr>
          <p:cNvPr id="5" name="Image 1" descr="/private/tmp/ninelens-deck-assets/playerBenchmar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643" y="1874520"/>
            <a:ext cx="5255394" cy="4160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61081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RILEY GREENE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2788920" y="607161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production on top. League context underneath. The same profile carries into trends, similar players, and staff notes.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  •  BASEBALL INTELLIGENCE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intelligence follows the game as it unfolded.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 makes the path from final score to decision-relevant evidence easy to follow.</a:t>
            </a:r>
            <a:endParaRPr lang="en-US" sz="1400" dirty="0"/>
          </a:p>
        </p:txBody>
      </p:sp>
      <p:pic>
        <p:nvPicPr>
          <p:cNvPr id="4" name="Image 0" descr="/private/tmp/ninelens-deck-assets/game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47900"/>
            <a:ext cx="5486400" cy="3505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37960" y="18745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GAME, SEVERAL LENSES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37960" y="2267712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Overview, box score, pitching analysis, batted ball, situational results, and play-by-play live together on the Game Summary page.</a:t>
            </a:r>
            <a:endParaRPr lang="en-US" sz="2100" dirty="0"/>
          </a:p>
        </p:txBody>
      </p:sp>
      <p:pic>
        <p:nvPicPr>
          <p:cNvPr id="7" name="Image 1" descr="/private/tmp/ninelens-deck-assets/gameImp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825" y="3703320"/>
            <a:ext cx="2224830" cy="22402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  •  BASEBALL INTELLIGENCE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profiles connect performance to the next decision.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context combines production, rank, recent form, roster, schedule, and decision-support tools.</a:t>
            </a:r>
            <a:endParaRPr lang="en-US" sz="1400" dirty="0"/>
          </a:p>
        </p:txBody>
      </p:sp>
      <p:pic>
        <p:nvPicPr>
          <p:cNvPr id="4" name="Image 0" descr="/private/tmp/ninelens-deck-assets/team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2931" y="1737360"/>
            <a:ext cx="3175657" cy="1874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38953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DASHBOARD TO ACTION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422452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Performance Dashboard shows where a club is strong, where it is vulnerable, and how those patterns change over time.</a:t>
            </a:r>
            <a:endParaRPr lang="en-US" sz="2000" dirty="0"/>
          </a:p>
        </p:txBody>
      </p:sp>
      <p:pic>
        <p:nvPicPr>
          <p:cNvPr id="7" name="Image 1" descr="/private/tmp/ninelens-deck-assets/team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809" y="3794760"/>
            <a:ext cx="2686141" cy="2331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  •  BASEBALL INTELLIGENCE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stays connected after the analysis.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 is designed for the part of baseball work that happens after the first answer.</a:t>
            </a:r>
            <a:endParaRPr lang="en-US" sz="1400" dirty="0"/>
          </a:p>
        </p:txBody>
      </p:sp>
      <p:pic>
        <p:nvPicPr>
          <p:cNvPr id="4" name="Image 0" descr="/private/tmp/ninelens-deck-assets/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737360"/>
            <a:ext cx="329184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1874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SUPPORT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126480" y="226771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players side by side, adjust stat weights, save the view, and keep the reasoning with the analysis.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144768" y="37490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52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workflow extends to watchlists, organizational need profiles, acquisition candidates, lineup scenarios, opponent reports, notes, tags, and audit history.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44768" y="5212080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102D47"/>
          </a:solidFill>
          <a:ln w="12700">
            <a:solidFill>
              <a:srgbClr val="102D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44768" y="52212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96912" y="521208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5E9EA0"/>
          </a:solidFill>
          <a:ln w="12700">
            <a:solidFill>
              <a:srgbClr val="5E9E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96912" y="52212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540496" y="5212080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C85543"/>
          </a:solidFill>
          <a:ln w="12700">
            <a:solidFill>
              <a:srgbClr val="C855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40496" y="5221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601200" y="5212080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173C5A"/>
          </a:solidFill>
          <a:ln w="12700">
            <a:solidFill>
              <a:srgbClr val="173C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0" y="5221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  •  BASEBALL INTELLIGENCE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 workflow built for repeatable research.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 combines source data, calculated analytics, and a searchable interface in one system.</a:t>
            </a:r>
            <a:endParaRPr lang="en-US" sz="1400" dirty="0"/>
          </a:p>
        </p:txBody>
      </p:sp>
      <p:pic>
        <p:nvPicPr>
          <p:cNvPr id="4" name="Image 0" descr="/private/tmp/ninelens-deck-assets/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450" y="1737360"/>
            <a:ext cx="444966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37960" y="1828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THE HOOD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37960" y="222199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data enters through repeatable, idempotent workflows.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37960" y="31546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86600" y="3154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MLB + Statcast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0" y="3154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2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Schedules, games, rosters, profiles, season stats, and pitches.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37960" y="384962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86600" y="38496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0" y="38496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2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records, historical relationships, and raw source responses.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37960" y="45445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086600" y="4544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analytics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0" y="4544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2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summaries, benchmarks, percentiles, trends, and coverage checks.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37960" y="5239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86600" y="52395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surface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0" y="52395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2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Rails API, Vue application, saved views, notes, and staff workflows.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  •  BASEBALL INTELLIGENCE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PUBLIC RELEASE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9808" y="135331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 1.0.0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86384" y="239572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project built to make baseball research more connected, explainable, and useful in the context of real decisions.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388620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9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source. Built from a baseball operations perspective. Ready for the next chapter.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4672" y="498348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C85543"/>
          </a:solidFill>
          <a:ln w="12700">
            <a:solidFill>
              <a:srgbClr val="C855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49926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the repository</a:t>
            </a:r>
            <a:endParaRPr lang="en-US" sz="10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804672" y="5715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u="sng" dirty="0">
                <a:solidFill>
                  <a:srgbClr val="F2C87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https://github.com/timothyf/ninelens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41080" y="52303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NineLens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13648" y="576072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BASEBALL INTELLIGENCE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NineLens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NineLens: Baseball intelligence brought into focus</dc:title>
  <dc:subject>Introducing NineLens</dc:subject>
  <dc:creator>Timothy Fisher</dc:creator>
  <cp:lastModifiedBy>Timothy Fisher</cp:lastModifiedBy>
  <cp:revision>1</cp:revision>
  <dcterms:created xsi:type="dcterms:W3CDTF">2026-09-17T03:03:57Z</dcterms:created>
  <dcterms:modified xsi:type="dcterms:W3CDTF">2026-09-17T03:03:57Z</dcterms:modified>
</cp:coreProperties>
</file>